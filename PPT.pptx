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BEA7-80A4-A492-55DB-04E1277023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4B15F-E39F-DCC0-D144-0476F5106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4CA9B-384A-E7B4-34F1-083DE426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6D201-E0D7-6CC6-D6AC-A63A35F1F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F22CE-DFA6-F1C1-8350-A75CC5846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443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1727-17F3-6F21-5D0D-88BEACB00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215C-8FC5-5D42-5B7B-E7A3A59CB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26E03-70A8-8349-2285-5D7D41124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1EAB8-75E6-8D7B-F4CE-C7B4CB46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CDAC8-B8C5-7E19-0BC9-E75D8DED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50D91-F87C-5EFF-9564-244A8D88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7154F-79AB-68AE-B611-034841362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E7850-DA95-8DDF-1449-F2D01C2B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B2B69-7D12-DA93-64D3-5CB5A7B8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DE3CA-C2DD-2A20-7127-24048CF1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83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70B9-2634-B0C9-4EFC-2C19A30A9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CDD9C-59B0-3828-9782-47B4927E30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B042D-2447-EC55-6EFC-2C645BF42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0D6C1-6F00-64B3-606C-2BF71447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66D67A-0FD9-5367-2418-2C489670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C6436-E8C3-6D97-EC6E-F98929A97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20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80C6-88B0-57D6-F867-7BFD8F43F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0801A-A290-9E22-5112-EBB65E831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C4BD1-216A-EB79-8796-53046707E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F80E96-DF8E-0361-C520-CAC59FBF95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420AF-4846-7010-D5A7-C8531DEEC2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36968-43AC-C355-9596-041F9E3F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186EA-4924-E1FA-E232-21F67112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A6067-1DDE-C8AC-F942-632F3161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54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FD7D-A41A-FD0E-4923-618AA378A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2E410-1824-412A-78BB-2817C861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9ECF4-A3B2-D072-707A-0C9056E5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6F887-05E8-6A38-47D9-E60BBF51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55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71F951-61D5-C1E6-9E1C-0CFD9175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10E1A-D951-BFD0-5B4E-983766530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04F1A-3D5C-BAC8-BDE0-433B93D56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51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44C5F-EF77-3DDD-E351-B79CA9C9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45BD0-9BD1-A1F6-358F-CA779CECF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071C3-EE47-C37A-2CC9-C2BCABA43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8CED3-0697-9612-5DCD-3BF155549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7F5C2-9254-D564-EB24-CE8DFCD65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C17991-6834-218A-8994-9D04E930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4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BB56-AA7D-17E1-825B-E28525EA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7B1F48-8EB6-E5D7-C73E-383C60711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E38FE-23F1-23F2-6B27-6980EEAC9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63ED9-A427-2607-57EA-E05ABA50F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CFE653-863C-D24A-A810-38C2450B7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CD24C-C59B-8743-4B81-41D1EB9C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653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CE37F-63A8-5388-F468-E4C37A2C1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3B6995-DFCE-965D-E95E-84DC3D887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CD1F-1222-9CEF-06BF-211965E0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EF8B1-916D-F21C-D523-AC8828F1F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00BDA-4D9F-C5F5-EE5E-44F258BD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1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428676-05BA-F8F7-F7FA-6F5375C1F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6D6B2-9094-ED79-0E07-C327829173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1D4AA-E64A-FB62-295E-5ABF3B9F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55275-FC85-97FD-A48F-92E98347E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FD546-AEC1-7567-EA20-19F55E821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6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1B8927-D428-6726-FAEF-1174C576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7DED1-26DB-691F-9AEC-0C9EDCBC8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3F4B4-A542-A45F-AB0C-A794FF447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28D0B-4376-4EC2-BCA1-92B071D75B6D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2A812-A3A1-591A-FCDD-DE60F70E6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AC825-3963-B913-A4E8-A785339B0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634CB-7F78-4285-90E2-9BCCE001A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52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6848-2A6B-8F03-6B75-CE18965C57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17D0A-522D-0014-D0D6-3FEF728BF4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321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F8B7D6-A068-8951-EFB8-552B147562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87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DBBEE-EBFF-C0EE-B7B0-00386784C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77D9A-0321-6A0E-0512-1E1E672B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C2769-DA4A-BF18-3DD8-32CAD65DD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74"/>
            <a:ext cx="12192000" cy="684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8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0AFED-F405-0390-60F9-487D844F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8DD37-7192-332A-1A37-3863E82C5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D4F121-A7CA-1FB3-6CBD-BEE1D5E60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76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0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1B4647-D013-1E08-2D63-10504D58E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64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E94A-451A-AE66-F01D-091C299AA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79735-9910-4BD7-D6EE-E443CDA4A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2A6BC-F8B7-4FCB-D571-53CFB9273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449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A36BBD-FD18-D9A9-95AC-986C2CDED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234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7169-AD26-BE80-0CCC-3F58126B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F8E9D-958E-EDE6-25C7-F6883B56F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E6B9B0-AC0D-D958-C16E-EFDF5A3B1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4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9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BFF70-6AD6-CD77-9A6C-23684A21A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E40A7-AF3A-6A18-0C4F-00A19501E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643269-22E5-88E9-3850-B681C2594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192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AA3-DA47-4DBC-6734-C960095C5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091BF-DB34-DD6B-A7D3-8D3EAE9DE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E74C9D-4B81-7D1A-9A1D-E0E7F97822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20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99894-F9E0-2BED-752A-0D2874AEC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23F51-C0A4-DFAD-4780-3614EE73E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A1E9B-1FAC-E0AC-D57F-3B9CF6BC4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22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6461B-FDBF-6E6B-66A4-14E25C61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810B6-5715-C517-5B1A-452C053170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9CD722-020B-2196-5F32-26B766A9A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50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05B8F-BBF4-11CB-538A-96293FC6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9502E-D476-637E-D47D-8920A60DD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3C8C6-C203-5AD2-D19B-B9BBB75A8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12192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70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A7DE8-01F1-437D-53E2-32CF499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F454-F0AA-EC4A-07B9-C9347BDCE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37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340A3-10AA-E71C-EF12-67EA9AE94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3598C-E255-0B7E-2F2F-94061CE50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18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3433-F379-617C-25D0-061ED7FF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5C6F9-6CEC-4687-E531-620B80833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3571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66D7-BEAC-B92E-E3BA-C6EE3F44F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75897-94D5-48E3-66A1-6766887F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94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BBAD5-0D42-0CA5-CF93-75BC6B08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A2981-1A0B-77C8-9552-0F8F47B4C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HITESH SHAH</dc:creator>
  <cp:lastModifiedBy>HITESH SHAH</cp:lastModifiedBy>
  <cp:revision>2</cp:revision>
  <dcterms:created xsi:type="dcterms:W3CDTF">2026-07-12T08:30:30Z</dcterms:created>
  <dcterms:modified xsi:type="dcterms:W3CDTF">2026-07-18T02:25:05Z</dcterms:modified>
</cp:coreProperties>
</file>